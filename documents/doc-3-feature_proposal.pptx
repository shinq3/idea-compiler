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🎙️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会議サマリー自動化機能提案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音声入力・RAG統合・資料自動生成を核にしたMVP構想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5500116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017520"/>
            <a:ext cx="54864" cy="14630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3108960"/>
            <a:ext cx="52257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📅 2026-03-09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3017520"/>
            <a:ext cx="5500116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31636" y="3017520"/>
            <a:ext cx="54864" cy="146304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10" name="Text 8"/>
          <p:cNvSpPr/>
          <p:nvPr/>
        </p:nvSpPr>
        <p:spPr>
          <a:xfrm>
            <a:off x="6368796" y="3108960"/>
            <a:ext cx="52257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👤 Feature Proposal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3748"/>
                </a:solidFill>
              </a:rPr>
              <a:t>📌 エグゼクティブサマリー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591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🎯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Goal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会議音声から要点・決定事項・次アクションを即時に構造化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🏗️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Solution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文字起こし＋RAG＋テンプレート生成で会議と発足資料を一気通貫化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⚠️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Focus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MVPはMust中心。コスト・RAG基盤・運用設計が主要論点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5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Must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2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Should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3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Could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1. 課題と狙い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591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会議記録・合意形成・資料作成の分断を解消する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3748"/>
                </a:solidFill>
              </a:rPr>
              <a:t>⚖️ 現状課題 vs 提案後の姿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18096"/>
                </a:solidFill>
              </a:rPr>
              <a:t>❌ 現状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72591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会議ごとに議事録作成が手作業</a:t>
            </a:r>
            <a:endParaRPr lang="en-US" sz="14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複数回会議の文脈が分断</a:t>
            </a:r>
            <a:endParaRPr lang="en-US" sz="14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発足資料・提案書も別工程で作成</a:t>
            </a:r>
            <a:endParaRPr lang="en-US" sz="14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音声から1分以内に構造化サマリー生成</a:t>
            </a:r>
            <a:endParaRPr lang="en-US" sz="14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RAGで複数会議を統合要約</a:t>
            </a:r>
            <a:endParaRPr lang="en-US" sz="14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キックオフ資料・提案書まで自動生成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3748"/>
                </a:solidFill>
              </a:rPr>
              <a:t>🔄 価値創出フロー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591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🎙️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会議音声取得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→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📝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文字起こし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→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📌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要点・決定抽出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→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📚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統合・資料生成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単発会議の議事録自動化から、継続会議の知識資産化まで拡張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2. MVPスコープ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591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Must / Should / Could を優先度で整理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3748"/>
                </a:solidFill>
              </a:rPr>
              <a:t>🎯 優先度ポートフォリオ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591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Could：将来拡張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Should：利便性強化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Must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中核機能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🔥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Must 5件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サマリー / 資料作成 / RAG / 統合 / バックアップ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✨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Should 2件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ライブ字幕 / 文字起こし方式選択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🌱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Could 3件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外部連携 / エクスポート / 編集再生成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3748"/>
                </a:solidFill>
              </a:rPr>
              <a:t>📋 Must機能の中核価値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" cy="14630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🎙️ 音声入力サマリー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33009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要点・決定事項・論点・次アクションを自動生成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06824" y="1188720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06824" y="1188720"/>
            <a:ext cx="54864" cy="146304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9" name="Text 7"/>
          <p:cNvSpPr/>
          <p:nvPr/>
        </p:nvSpPr>
        <p:spPr>
          <a:xfrm>
            <a:off x="4443984" y="128016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🚀 発足資料自動生成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43984" y="1645920"/>
            <a:ext cx="33009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キックオフ資料・機能提案書をテンプレート準拠で出力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56448" y="1188720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56448" y="1188720"/>
            <a:ext cx="54864" cy="1463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3" name="Text 11"/>
          <p:cNvSpPr/>
          <p:nvPr/>
        </p:nvSpPr>
        <p:spPr>
          <a:xfrm>
            <a:off x="8293608" y="128016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🧠 RAG導入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93608" y="1645920"/>
            <a:ext cx="33009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複数会議サマリーを検索・参照しながら統合要約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34640"/>
            <a:ext cx="54864" cy="14630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92608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🛡️ ローカル録音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291840"/>
            <a:ext cx="33009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音声取得失敗時も復元可能なバックアップを全会議で確保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3748"/>
                </a:solidFill>
              </a:rPr>
              <a:t>🏗️ 想定アーキテクチャ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" cy="14630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👥 会議参加者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06824" y="1188720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188720"/>
            <a:ext cx="54864" cy="146304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8" name="Text 6"/>
          <p:cNvSpPr/>
          <p:nvPr/>
        </p:nvSpPr>
        <p:spPr>
          <a:xfrm>
            <a:off x="4443984" y="128016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🎤 マイク/録音端末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56448" y="1188720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56448" y="1188720"/>
            <a:ext cx="54864" cy="1463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1" name="Text 9"/>
          <p:cNvSpPr/>
          <p:nvPr/>
        </p:nvSpPr>
        <p:spPr>
          <a:xfrm>
            <a:off x="8293608" y="128016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📝 Whisperアップロード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34640"/>
            <a:ext cx="54864" cy="14630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92608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⚡ リアルタイムAPI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06824" y="2834640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2834640"/>
            <a:ext cx="54864" cy="146304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7" name="Text 15"/>
          <p:cNvSpPr/>
          <p:nvPr/>
        </p:nvSpPr>
        <p:spPr>
          <a:xfrm>
            <a:off x="4443984" y="292608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💾 ローカル録音バックアップ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56448" y="2834640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6448" y="2834640"/>
            <a:ext cx="54864" cy="14630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0" name="Text 18"/>
          <p:cNvSpPr/>
          <p:nvPr/>
        </p:nvSpPr>
        <p:spPr>
          <a:xfrm>
            <a:off x="8293608" y="292608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🤖 サマリー生成エンジン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3. 品質・成立条件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591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受け入れ基準・依存関係・リスクを可視化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3748"/>
                </a:solidFill>
              </a:rPr>
              <a:t>📊 受け入れ基準KPI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591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≤1分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サマリー生成速度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90%+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ライブ字幕精度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3回+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統合対象会議数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テンプレート準拠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必須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ローカル録音作成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全件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文脈保持統合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高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3748"/>
                </a:solidFill>
              </a:rPr>
              <a:t>🔗 依存関係マップ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" cy="14630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Ready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06824" y="1188720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188720"/>
            <a:ext cx="54864" cy="146304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8" name="Text 6"/>
          <p:cNvSpPr/>
          <p:nvPr/>
        </p:nvSpPr>
        <p:spPr>
          <a:xfrm>
            <a:off x="4443984" y="128016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Pending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56448" y="1188720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56448" y="1188720"/>
            <a:ext cx="54864" cy="1463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1" name="Text 9"/>
          <p:cNvSpPr/>
          <p:nvPr/>
        </p:nvSpPr>
        <p:spPr>
          <a:xfrm>
            <a:off x="8293608" y="128016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Open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3748"/>
                </a:solidFill>
              </a:rPr>
              <a:t>⚠️ リスク評価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" cy="14630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音声キャプチャ失敗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33009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HIGH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06824" y="1188720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06824" y="1188720"/>
            <a:ext cx="54864" cy="146304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9" name="Text 7"/>
          <p:cNvSpPr/>
          <p:nvPr/>
        </p:nvSpPr>
        <p:spPr>
          <a:xfrm>
            <a:off x="4443984" y="128016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💡 Mitigation: マイク本体で常時ローカル録音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56448" y="1188720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56448" y="1188720"/>
            <a:ext cx="54864" cy="1463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2" name="Text 10"/>
          <p:cNvSpPr/>
          <p:nvPr/>
        </p:nvSpPr>
        <p:spPr>
          <a:xfrm>
            <a:off x="8293608" y="128016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リアルタイムAPIコスト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93608" y="1645920"/>
            <a:ext cx="33009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MED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34640"/>
            <a:ext cx="54864" cy="14630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92608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💡 Mitigation: MVPは制御環境＋方式選択で運用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06824" y="2834640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06824" y="2834640"/>
            <a:ext cx="54864" cy="146304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9" name="Text 17"/>
          <p:cNvSpPr/>
          <p:nvPr/>
        </p:nvSpPr>
        <p:spPr>
          <a:xfrm>
            <a:off x="4443984" y="292608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RAG基盤未確定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43984" y="3291840"/>
            <a:ext cx="33009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MED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56448" y="2834640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56448" y="2834640"/>
            <a:ext cx="54864" cy="14630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3" name="Text 21"/>
          <p:cNvSpPr/>
          <p:nvPr/>
        </p:nvSpPr>
        <p:spPr>
          <a:xfrm>
            <a:off x="8293608" y="292608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💡 Mitigation: クラウド/オンプレ比較調査を先行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4. 実行計画と意思決定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591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段階導入でMVP成立性を検証し、Phase 2へ拡張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3748"/>
                </a:solidFill>
              </a:rPr>
              <a:t>📅 ロードマップ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" cy="14630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Must依存の解消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06824" y="1188720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188720"/>
            <a:ext cx="54864" cy="146304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8" name="Text 6"/>
          <p:cNvSpPr/>
          <p:nvPr/>
        </p:nvSpPr>
        <p:spPr>
          <a:xfrm>
            <a:off x="4443984" y="128016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受け入れ基準の初回検証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56448" y="1188720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56448" y="1188720"/>
            <a:ext cx="54864" cy="1463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1" name="Text 9"/>
          <p:cNvSpPr/>
          <p:nvPr/>
        </p:nvSpPr>
        <p:spPr>
          <a:xfrm>
            <a:off x="8293608" y="128016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未解決論点の収束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34640"/>
            <a:ext cx="54864" cy="14630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92608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Could/除外項目を再評価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3748"/>
                </a:solidFill>
              </a:rPr>
              <a:t>🧭 スコープ判断マトリクス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" cy="14630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✅ Quick Wins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33009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音声サマリー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資料生成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06824" y="1188720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06824" y="1188720"/>
            <a:ext cx="54864" cy="146304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9" name="Text 7"/>
          <p:cNvSpPr/>
          <p:nvPr/>
        </p:nvSpPr>
        <p:spPr>
          <a:xfrm>
            <a:off x="4443984" y="128016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🎯 Strategic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43984" y="1645920"/>
            <a:ext cx="33009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RAG統合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ライブ字幕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56448" y="1188720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56448" y="1188720"/>
            <a:ext cx="54864" cy="1463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3" name="Text 11"/>
          <p:cNvSpPr/>
          <p:nvPr/>
        </p:nvSpPr>
        <p:spPr>
          <a:xfrm>
            <a:off x="8293608" y="128016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⚡ Fill-ins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93608" y="1645920"/>
            <a:ext cx="33009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エクスポート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34640"/>
            <a:ext cx="54864" cy="14630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92608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❌ Avoid in MVP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291840"/>
            <a:ext cx="33009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外部連携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承認WF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3748"/>
                </a:solidFill>
              </a:rPr>
              <a:t>🚫 MVP除外範囲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591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🔌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会議ツール連携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Zoom / Teams は第2フェーズ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🛒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EC/チケット連携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初期フェーズでは対象外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🧾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承認・権限・監査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運用統制は後続整備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📚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テンプレ運用体制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詳細策定は別トラック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3748"/>
                </a:solidFill>
              </a:rPr>
              <a:t>❓ 未解決論点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591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💰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リアルタイムAPI費用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継続許容額の設定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🗂️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RAG保存先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クラウド/オンプレ比較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🧾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出力粒度・期間指定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統合サマリーの粒度定義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🌐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対応言語・用語辞書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専門用語対応の必要性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📐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既存テンプレート有無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資料フォーマットの棚卸し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📈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成功指標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工数削減・共有遅延の定量化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🚀 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591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1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Must機能でMVP確定：音声サマリー・資料生成・ローカル録音を先行実装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2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未解決論点を短期調査：RT APIコスト、RAG保存先、テンプレート要件を決定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3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受け入れ基準で実証：1分以内生成、3回統合、字幕90%以上を検証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4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  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Phase 2判定：外部連携・エクスポート・編集再生成の投資優先度を再評価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Proposal</dc:title>
  <dc:subject>PptxGenJS Presentation</dc:subject>
  <dc:creator>PptxGenJS</dc:creator>
  <cp:lastModifiedBy>PptxGenJS</cp:lastModifiedBy>
  <cp:revision>1</cp:revision>
  <dcterms:created xsi:type="dcterms:W3CDTF">2026-03-09T01:14:03Z</dcterms:created>
  <dcterms:modified xsi:type="dcterms:W3CDTF">2026-03-09T01:14:03Z</dcterms:modified>
</cp:coreProperties>
</file>