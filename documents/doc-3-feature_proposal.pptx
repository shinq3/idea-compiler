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🎙️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会議AIサマリー基盤 機能提案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音声入力・資料自動生成・RAG統合で会議から実行までを高速化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0175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31089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📅 2026-03-09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1636" y="30175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1636" y="30175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10" name="Text 8"/>
          <p:cNvSpPr/>
          <p:nvPr/>
        </p:nvSpPr>
        <p:spPr>
          <a:xfrm>
            <a:off x="6368796" y="31089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👤 提案資料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📌 エグゼクティブサマリー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🎯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Goal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会議音声から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要点とアクションを自動化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🧠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Core Solution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文字起こし＋RAG＋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資料生成を一体提供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🚀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MVP Focus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Mustを先行実装し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Shouldは精度と費用で判断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5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Must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2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Should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3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Could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8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未解決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Now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会議後処理の遅延・抜け漏れ・横断活用不足を一気通貫で解消する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⚖️ 現状課題 → 目指す姿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18096"/>
                </a:solidFill>
              </a:rPr>
              <a:t>❌ Before / Problem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725912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議事録作成が手作業で遅い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複数会議の文脈が分断される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音声取得失敗時のデータロス懸念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1分以内に要点・決定事項・次アクション生成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RAGで複数回会議を統合要約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ローカル録音で復元可能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🔄 価値提供フロー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🎙️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音声取得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→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📝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文字起こし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→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🧠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要約 / RAG統合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→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📄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資料出力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単発会議の即時要約から、複数回会議の知識統合・キックオフ資料生成までを連結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Feature Scope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Must / Should / Couldで投資優先度を明確化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🎯 優先順位ポートフォリオ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Must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🎙️ Must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43984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音声サマリー / 資料生成 / RAG / 統合 / バックアップ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2" name="Text 10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⚡ Should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93608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ライブ字幕 / 文字起こし方式選択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✅ 単体サマリー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9" name="Text 17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🎯 RAG統合 / 資料生成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2" name="Text 20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⚡ エクスポート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📋 Must機能の中核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🎙️ 会議サマリー自動生成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要点・決定事項・論点・次アクションを標準出力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9" name="Text 7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🧠 RAG統合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43984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複数回会議を横断し整合的な文脈を保持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3" name="Text 11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📄 発足資料自動生成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93608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キックオフ資料と機能提案書をテンプレート準拠で生成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💾 ローカル録音バックアップ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329184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取得失敗時にも録音復元でデータロスを回避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21" name="Text 19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🧩 サマリー統合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43984" y="329184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定例会やフェーズ横断の記録を一文書化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👥 主対象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93608" y="329184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参加者・PM・PMO・ナレッジ管理者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🏗️ 期待アーキテクチャ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🎙️ 会議参加者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🖥️ 管理UI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1" name="Text 9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📝 Whisperアップロード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⚡ リアルタイムAPI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7" name="Text 15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💾 ローカル録音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🧠 要約生成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Success Criteria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MVPは速度・復元性・統合品質・認識精度で評価する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📊 受け入れ基準 KPI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章構成 正常生成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31636" y="11887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31636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6368796" y="12801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統合要約で担保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📅 MVPロードマップ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1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音声基盤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取得 / アップロード / 保管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2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Must機能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サマリー / 統合 / 資料生成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3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Should検証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字幕精度 / APIコスト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4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Phase 2候補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外部連携 / 会議ツール連携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Dependencies &amp; Risks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実装可否は外部API・RAG基盤・テンプレート資産・セキュリティ整備に依存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🔗 主要依存関係マップ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🎯 提供機能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会議サマリー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1" name="Text 9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RAG統合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資料生成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7" name="Text 15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ライブ字幕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🧩 必須基盤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⚠️ リスク評価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音声キャプチャ失敗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HIGH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9" name="Text 7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💡 Mitigation: ローカル録音を全会議で必須化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2" name="Text 10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リアルタイムAPI費用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93608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MED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💡 Mitigation: Whisper方式と選択可能にする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9" name="Text 17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RAG基盤未決定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43984" y="329184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MED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3" name="Text 21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💡 Mitigation: クラウド / オンプレ比較で先行評価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⭕ スコープ境界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音声要約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RAG統合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資料生成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9" name="Text 7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✅ MVP: 会議記録の生成と統合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2" name="Text 10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🚫 初期除外: 連携・統制機能の本格整備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❓ 未解決事項の整理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💰 コスト・予算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🧠 RAG要件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1" name="Text 9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🌐 言語・辞書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📄 テンプレート資産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7" name="Text 15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✅ 成功指標定義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🎯 API費用 / RAG要件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🚀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1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Must 5機能をMVP確定し、受け入れ基準をテスト項目へ落とし込む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2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Realtime API費用とRAG保存先の調査を先行実施する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3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標準テンプレートと成功指標を定義し、PoC計画を承認へ進める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Proposal</dc:title>
  <dc:subject>PptxGenJS Presentation</dc:subject>
  <dc:creator>PptxGenJS</dc:creator>
  <cp:lastModifiedBy>PptxGenJS</cp:lastModifiedBy>
  <cp:revision>1</cp:revision>
  <dcterms:created xsi:type="dcterms:W3CDTF">2026-03-09T00:28:11Z</dcterms:created>
  <dcterms:modified xsi:type="dcterms:W3CDTF">2026-03-09T00:28:11Z</dcterms:modified>
</cp:coreProperties>
</file>