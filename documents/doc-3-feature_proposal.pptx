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🎙️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会議サマリー自動生成機能 提案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音声入力・RAG・資料自動生成で会議から成果物までを一気通貫化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0175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31089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📅 2026-03-09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30175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1636" y="30175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10" name="Text 8"/>
          <p:cNvSpPr/>
          <p:nvPr/>
        </p:nvSpPr>
        <p:spPr>
          <a:xfrm>
            <a:off x="6368796" y="31089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👤 Feature Proposal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📌 エグゼクティブサマリー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🎯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狙い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会議音声から要点・決定・論点・次アクションを自動化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⚙️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中核機能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音声要約・資料生成・RAG統合・ローカル録音バックアップ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🚀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MVP判断軸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1分以内要約、3回以上統合、字幕精度90%以上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5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Must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Should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Could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課題と価値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会議の記録作成を自動化し、複数回会議の知見を再利用可能な資産へ変える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⚖️ 現状課題 vs 提案後の姿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18096"/>
                </a:solidFill>
              </a:rPr>
              <a:t>❌ Before / 課題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72591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議事録作成が手作業で遅い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複数会議の論点が分断される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音声取得失敗で記録欠損リスク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1分以内の会議サマリー生成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RAGで横断統合・文脈保持</a:t>
            </a:r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</a:rPr>
              <a:t>ローカル録音でデータロス回避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🔄 エンドツーエンド業務フロー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🎙️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音声取得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✍️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文字起こし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📝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要約生成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🧩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RAG統合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→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📤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資料/共有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会議中の記録から、会議後の統合ドキュメント・キックオフ資料までを一気通貫化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優先順位とMVPスコープ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Mustに集中しつつ、Shouldは制約条件付き、Couldは次フェーズ候補として扱う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📋 Must / Should / Could マップ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🔥 Must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🎙️ 会議サマリー自動生成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MVP主対象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✨ Should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💬 ライブ字幕表示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条件付き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🌱 Could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43984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🔌 外部連携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3" name="Text 21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次フェーズ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🏗️ 提案アーキテクチャ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👥 会議参加者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🖥️ 管理/閲覧UI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1" name="Text 9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🎙️ 音声入力/アップロード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⚙️ リアルタイムAPI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要約/生成AI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📚 RAGインデックス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🔀 文字起こし方式の選択設計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📤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Whisperアップロード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高信頼・会議後処理向き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信頼性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高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即時性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中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💬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リアルタイムAPI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ライブ字幕・会議中支援向き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即時性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高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コスト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高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管理者が用途に応じて「信頼性」と「即時性」を選択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品質・受け入れ基準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MVPの成立条件を数値で定義し、判断基準を明確化する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📊 主要KPI / 受け入れ基準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📄 資料生成品質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1636" y="1188720"/>
            <a:ext cx="5500116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31636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8" name="Text 6"/>
          <p:cNvSpPr/>
          <p:nvPr/>
        </p:nvSpPr>
        <p:spPr>
          <a:xfrm>
            <a:off x="6368796" y="128016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🧠 文脈保持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🎯 スコープ境界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会議要約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110002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RAG統合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資料生成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📅 実装ロードマップ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1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基盤整備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音声・認証・テンプレート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MVP構築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要約・録音バックアップ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統合強化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RAG・複数回会議統合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4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拡張機能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  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D3748"/>
                </a:solidFill>
              </a:rPr>
              <a:t>字幕・外部連携・出力拡張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37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リスクと論点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MVP成立を左右するコスト・インフラ・要件未確定を先に可視化する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⚠️ リスク評価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音声キャプチャ失敗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HIGH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ローカル録音を全会議で標準化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リアルタイムAPIコスト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MED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Whisper方式を代替経路として保持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RAG保存先未決定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43984" y="329184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MED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3" name="Text 21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💡 Mitigation: 先に検索要件と保管ポリシーを固定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🧩 未解決項目の整理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✅ 成功指標定義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テンプレート有無確認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06824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48BB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6824" y="1188720"/>
            <a:ext cx="54864" cy="1463040"/>
          </a:xfrm>
          <a:prstGeom prst="rect">
            <a:avLst/>
          </a:prstGeom>
          <a:solidFill>
            <a:srgbClr val="48BB78"/>
          </a:solidFill>
          <a:ln/>
        </p:spPr>
      </p:sp>
      <p:sp>
        <p:nvSpPr>
          <p:cNvPr id="9" name="Text 7"/>
          <p:cNvSpPr/>
          <p:nvPr/>
        </p:nvSpPr>
        <p:spPr>
          <a:xfrm>
            <a:off x="4443984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🎯 APIコスト許容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43984" y="1645920"/>
            <a:ext cx="33009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RAG検索基盤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粒度/期間要件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56448" y="118872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D893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56448" y="1188720"/>
            <a:ext cx="54864" cy="1463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3" name="Text 11"/>
          <p:cNvSpPr/>
          <p:nvPr/>
        </p:nvSpPr>
        <p:spPr>
          <a:xfrm>
            <a:off x="8293608" y="128016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⚡ 辞書要否整理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34640"/>
            <a:ext cx="54864" cy="1463040"/>
          </a:xfrm>
          <a:prstGeom prst="rect">
            <a:avLst/>
          </a:prstGeom>
          <a:solidFill>
            <a:srgbClr val="E53E3E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❌ 承認運用詳細は後続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06824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764B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06824" y="2834640"/>
            <a:ext cx="54864" cy="146304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👥 予算算出にはユーザー数・会議数・録音時間が必要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56448" y="2834640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6448" y="2834640"/>
            <a:ext cx="54864" cy="1463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Text 20"/>
          <p:cNvSpPr/>
          <p:nvPr/>
        </p:nvSpPr>
        <p:spPr>
          <a:xfrm>
            <a:off x="8293608" y="2926080"/>
            <a:ext cx="33009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🌐 対応言語・専門用語辞書の必要性は早期判断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748"/>
                </a:solidFill>
              </a:rPr>
              <a:t>👥 主な利用者と価値提供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46304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4630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</a:rPr>
              <a:t>🧑‍💼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🚀 次のアクション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Must機能をMVP確定し、Should/Couldは段階導入に分離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リアルタイムAPIコスト上限とRAG保存先を意思決定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テンプレート資産・成功指標・予算前提値を収集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4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  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録音バックアップ込みでPoCを実施し、1分以内要約を検証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Proposal</dc:title>
  <dc:subject>PptxGenJS Presentation</dc:subject>
  <dc:creator>PptxGenJS</dc:creator>
  <cp:lastModifiedBy>PptxGenJS</cp:lastModifiedBy>
  <cp:revision>1</cp:revision>
  <dcterms:created xsi:type="dcterms:W3CDTF">2026-03-09T02:00:10Z</dcterms:created>
  <dcterms:modified xsi:type="dcterms:W3CDTF">2026-03-09T02:00:10Z</dcterms:modified>
</cp:coreProperties>
</file>